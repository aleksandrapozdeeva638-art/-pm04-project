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05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27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98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76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69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8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22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39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27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02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61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05BE9-41D8-4A03-B18B-DA782D376AD1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4EB9A-7BA7-45AF-9901-DE0DA52063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59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pPr marL="462915" marR="477519" lvl="0">
              <a:spcBef>
                <a:spcPts val="0"/>
              </a:spcBef>
            </a:pP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Министерство просвещения РФ</a:t>
            </a:r>
            <a:b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Федеральное государственное бюджетное образовательное учреждение высшего образования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«Глазовский государственный инженерно-педагогический университет имени В. Г. Короленко»</a:t>
            </a:r>
            <a:b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Факультет информатики, физики и математики Кафедра математики и информатики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Среднее профессиональное образование</a:t>
            </a:r>
            <a:b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3215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ОТЧЕТ</a:t>
            </a:r>
            <a:b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по учебной </a:t>
            </a: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практике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795" marR="156210" lvl="0" indent="1268">
              <a:lnSpc>
                <a:spcPct val="85000"/>
              </a:lnSpc>
              <a:spcBef>
                <a:spcPts val="0"/>
              </a:spcBef>
              <a:buClr>
                <a:schemeClr val="lt1"/>
              </a:buClr>
              <a:buSzPts val="1800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ПМ 04 Сопровождение и обслуживание программного обеспечения компьютерных систем</a:t>
            </a:r>
            <a:endParaRPr lang="ru-RU" dirty="0" smtClean="0"/>
          </a:p>
          <a:p>
            <a:pPr marR="13970" lvl="0">
              <a:lnSpc>
                <a:spcPct val="85000"/>
              </a:lnSpc>
              <a:spcBef>
                <a:spcPts val="1375"/>
              </a:spcBef>
              <a:buClr>
                <a:schemeClr val="lt1"/>
              </a:buClr>
              <a:buSzPts val="1800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Специальность 09.02.07 «Информационные системы и программирование»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97179" y="4680285"/>
            <a:ext cx="8454189" cy="1640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45130" lvl="0">
              <a:buClr>
                <a:srgbClr val="000000"/>
              </a:buClr>
              <a:buSzPts val="1800"/>
            </a:pP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Выполнила:</a:t>
            </a:r>
          </a:p>
          <a:p>
            <a:pPr marL="2945130" marR="115570" lvl="0">
              <a:buClr>
                <a:srgbClr val="000000"/>
              </a:buClr>
              <a:buSzPts val="1800"/>
            </a:pP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студентка 3 курса </a:t>
            </a:r>
            <a:r>
              <a:rPr lang="ru-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СИ13</a:t>
            </a:r>
            <a:r>
              <a:rPr lang="en-US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группы </a:t>
            </a:r>
            <a:r>
              <a:rPr lang="ru-RU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Поздеевой</a:t>
            </a:r>
            <a:r>
              <a:rPr lang="ru-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A.В.</a:t>
            </a:r>
            <a:endParaRPr lang="ru-RU"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45130" marR="1293495" lvl="0" algn="just">
              <a:spcBef>
                <a:spcPts val="1605"/>
              </a:spcBef>
              <a:buClr>
                <a:srgbClr val="000000"/>
              </a:buClr>
              <a:buSzPts val="1800"/>
            </a:pP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 практики: Касаткин К.А., старший преподаватель</a:t>
            </a:r>
          </a:p>
          <a:p>
            <a:pPr marL="137795" marR="156210" lvl="0" indent="1268" algn="ctr">
              <a:lnSpc>
                <a:spcPct val="85000"/>
              </a:lnSpc>
              <a:buClr>
                <a:schemeClr val="lt1"/>
              </a:buClr>
              <a:buSzPts val="1800"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906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7813" y="258617"/>
            <a:ext cx="10515600" cy="969530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1014" y="1818554"/>
            <a:ext cx="10515600" cy="407424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Получить 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навыки работы с консольными утилитами операционных систем семейства GNU/</a:t>
            </a:r>
            <a:r>
              <a:rPr lang="ru-RU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Linux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по материалам олимпиады «Волга-IT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».</a:t>
            </a:r>
          </a:p>
          <a:p>
            <a:pPr marL="457200" indent="-457200"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ru-RU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Выполнить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большую часть заданий в области сопровождения и обслуживания программного обеспечения компьютерных </a:t>
            </a:r>
            <a:r>
              <a:rPr lang="ru-RU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систем.</a:t>
            </a:r>
          </a:p>
          <a:p>
            <a:pPr marL="457200" indent="-457200">
              <a:buAutoNum type="arabicPeriod"/>
            </a:pPr>
            <a:r>
              <a:rPr lang="ru-RU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Научиться пользоваться </a:t>
            </a:r>
            <a:r>
              <a:rPr lang="en-US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GitBash</a:t>
            </a:r>
            <a:endParaRPr lang="en-US" dirty="0" smtClean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indent="-457200">
              <a:buAutoNum type="arabicPeriod"/>
            </a:pPr>
            <a:r>
              <a:rPr lang="ru-RU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Изучить </a:t>
            </a: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Docker</a:t>
            </a:r>
            <a:endParaRPr lang="ru-RU" dirty="0" smtClean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indent="-457200">
              <a:buAutoNum type="arabicPeriod"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3990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67851" y="221672"/>
            <a:ext cx="9144000" cy="845127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67851" y="1463963"/>
            <a:ext cx="9031705" cy="2975225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Выполнить большую часть практических заданий в данной области</a:t>
            </a:r>
            <a:endParaRPr lang="ru-RU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Изучить олимпиаду </a:t>
            </a:r>
            <a:r>
              <a:rPr lang="ru-RU" dirty="0" smtClean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«Волга-IT»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Изучить дисциплины олимпиады</a:t>
            </a:r>
            <a:endParaRPr lang="ru-RU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Изучить дисциплины олимпиады и выбрать подходящую</a:t>
            </a:r>
            <a:endParaRPr lang="ru-RU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Изучить подходящие утилиты</a:t>
            </a:r>
            <a:endParaRPr lang="ru-RU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"/>
              </a:spcBef>
              <a:buSzPts val="2400"/>
              <a:buFont typeface="Times New Roman"/>
              <a:buAutoNum type="arabicPeriod"/>
            </a:pP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Подобрать нужные команды для выполнения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90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Олимпиада</a:t>
            </a:r>
            <a:r>
              <a:rPr lang="ru-RU" dirty="0" smtClean="0"/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«Волга-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1953419"/>
            <a:ext cx="4953000" cy="4095750"/>
          </a:xfrm>
        </p:spPr>
      </p:pic>
    </p:spTree>
    <p:extLst>
      <p:ext uri="{BB962C8B-B14F-4D97-AF65-F5344CB8AC3E}">
        <p14:creationId xmlns:p14="http://schemas.microsoft.com/office/powerpoint/2010/main" val="154724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Дисциплины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932" y="1825625"/>
            <a:ext cx="64061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2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Телекоммуникации и информационная безопасность: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3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96455" y="1980044"/>
            <a:ext cx="5730875" cy="3218196"/>
          </a:xfrm>
          <a:prstGeom prst="rect">
            <a:avLst/>
          </a:prstGeom>
          <a:ln/>
        </p:spPr>
      </p:pic>
      <p:pic>
        <p:nvPicPr>
          <p:cNvPr id="4" name="image2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633729" y="1826390"/>
            <a:ext cx="5269999" cy="3371850"/>
          </a:xfrm>
          <a:prstGeom prst="rect">
            <a:avLst/>
          </a:prstGeom>
          <a:ln/>
        </p:spPr>
      </p:pic>
      <p:pic>
        <p:nvPicPr>
          <p:cNvPr id="5" name="Рисунок 4"/>
          <p:cNvPicPr/>
          <p:nvPr/>
        </p:nvPicPr>
        <p:blipFill>
          <a:blip r:embed="rId4"/>
          <a:stretch>
            <a:fillRect/>
          </a:stretch>
        </p:blipFill>
        <p:spPr>
          <a:xfrm>
            <a:off x="3234690" y="5333942"/>
            <a:ext cx="5722620" cy="12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7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и анализ данных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5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199" y="2116482"/>
            <a:ext cx="4971474" cy="1430281"/>
          </a:xfrm>
          <a:prstGeom prst="rect">
            <a:avLst/>
          </a:prstGeom>
          <a:ln/>
        </p:spPr>
      </p:pic>
      <p:pic>
        <p:nvPicPr>
          <p:cNvPr id="4" name="image3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299201" y="2116484"/>
            <a:ext cx="5054600" cy="1430279"/>
          </a:xfrm>
          <a:prstGeom prst="rect">
            <a:avLst/>
          </a:prstGeom>
          <a:ln/>
        </p:spPr>
      </p:pic>
      <p:pic>
        <p:nvPicPr>
          <p:cNvPr id="5" name="image2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38199" y="4008583"/>
            <a:ext cx="4971474" cy="1533236"/>
          </a:xfrm>
          <a:prstGeom prst="rect">
            <a:avLst/>
          </a:prstGeom>
          <a:ln/>
        </p:spPr>
      </p:pic>
      <p:pic>
        <p:nvPicPr>
          <p:cNvPr id="6" name="image17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299201" y="4008583"/>
            <a:ext cx="5054599" cy="153323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5731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7046"/>
            <a:ext cx="10515600" cy="1325563"/>
          </a:xfrm>
        </p:spPr>
        <p:txBody>
          <a:bodyPr/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Утилиты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78" y="1392609"/>
            <a:ext cx="3235036" cy="3232043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590" y="1602279"/>
            <a:ext cx="4995918" cy="281270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554" y="2188937"/>
            <a:ext cx="3071637" cy="17277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36" y="4055279"/>
            <a:ext cx="6217427" cy="246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4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9727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Утилиты: </a:t>
            </a:r>
            <a:r>
              <a:rPr lang="en-US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Journalctl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OpenSSL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Tcpdump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27" y="1467763"/>
            <a:ext cx="3965436" cy="2622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Google Shape;1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7546" y="1467763"/>
            <a:ext cx="4072509" cy="2480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546" y="4024647"/>
            <a:ext cx="4171800" cy="2729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27" y="4232657"/>
            <a:ext cx="3965436" cy="244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20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109" y="2286289"/>
            <a:ext cx="10515600" cy="1325563"/>
          </a:xfrm>
        </p:spPr>
        <p:txBody>
          <a:bodyPr/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ru-RU" dirty="0" smtClean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93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122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Министерство просвещения РФ Федеральное государственное бюджетное образовательное учреждение высшего образования «Глазовский государственный инженерно-педагогический университет имени В. Г. Короленко» Факультет информатики, физики и математики Кафедра математики и информатики Среднее профессиональное образование </vt:lpstr>
      <vt:lpstr>Цель</vt:lpstr>
      <vt:lpstr>Задачи:</vt:lpstr>
      <vt:lpstr>Олимпиада «Волга-IT»:</vt:lpstr>
      <vt:lpstr>Дисциплины:</vt:lpstr>
      <vt:lpstr>Телекоммуникации и информационная безопасность:</vt:lpstr>
      <vt:lpstr>Искусственный интеллект и анализ данных</vt:lpstr>
      <vt:lpstr>Утилиты:</vt:lpstr>
      <vt:lpstr>Утилиты: Journalctl, OpenSSL, Tcpdump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QWERTY</dc:creator>
  <cp:lastModifiedBy>QWERTY</cp:lastModifiedBy>
  <cp:revision>17</cp:revision>
  <dcterms:created xsi:type="dcterms:W3CDTF">2025-12-03T17:39:06Z</dcterms:created>
  <dcterms:modified xsi:type="dcterms:W3CDTF">2025-12-05T04:46:48Z</dcterms:modified>
</cp:coreProperties>
</file>